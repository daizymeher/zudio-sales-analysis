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D73098-B066-4462-AEFE-002918F518DB}" v="9" dt="2025-11-24T10:30:51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64" y="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izy Meher" userId="b7500eecc3c9ff7e" providerId="LiveId" clId="{9D443ECD-1EC7-4E79-AAE2-12D41D132E8B}"/>
    <pc:docChg chg="undo custSel addSld modSld">
      <pc:chgData name="Daizy Meher" userId="b7500eecc3c9ff7e" providerId="LiveId" clId="{9D443ECD-1EC7-4E79-AAE2-12D41D132E8B}" dt="2025-11-24T10:31:09.996" v="340" actId="14100"/>
      <pc:docMkLst>
        <pc:docMk/>
      </pc:docMkLst>
      <pc:sldChg chg="modSp mod">
        <pc:chgData name="Daizy Meher" userId="b7500eecc3c9ff7e" providerId="LiveId" clId="{9D443ECD-1EC7-4E79-AAE2-12D41D132E8B}" dt="2025-11-23T17:28:52.892" v="171" actId="108"/>
        <pc:sldMkLst>
          <pc:docMk/>
          <pc:sldMk cId="609213421" sldId="256"/>
        </pc:sldMkLst>
        <pc:spChg chg="mod">
          <ac:chgData name="Daizy Meher" userId="b7500eecc3c9ff7e" providerId="LiveId" clId="{9D443ECD-1EC7-4E79-AAE2-12D41D132E8B}" dt="2025-11-23T17:28:52.892" v="171" actId="108"/>
          <ac:spMkLst>
            <pc:docMk/>
            <pc:sldMk cId="609213421" sldId="256"/>
            <ac:spMk id="4" creationId="{685FAA64-B856-1CB1-1A5D-97263150C30D}"/>
          </ac:spMkLst>
        </pc:spChg>
      </pc:sldChg>
      <pc:sldChg chg="modSp mod">
        <pc:chgData name="Daizy Meher" userId="b7500eecc3c9ff7e" providerId="LiveId" clId="{9D443ECD-1EC7-4E79-AAE2-12D41D132E8B}" dt="2025-11-23T17:33:56.512" v="223" actId="20577"/>
        <pc:sldMkLst>
          <pc:docMk/>
          <pc:sldMk cId="647634113" sldId="258"/>
        </pc:sldMkLst>
        <pc:spChg chg="mod">
          <ac:chgData name="Daizy Meher" userId="b7500eecc3c9ff7e" providerId="LiveId" clId="{9D443ECD-1EC7-4E79-AAE2-12D41D132E8B}" dt="2025-11-23T17:33:56.512" v="223" actId="20577"/>
          <ac:spMkLst>
            <pc:docMk/>
            <pc:sldMk cId="647634113" sldId="258"/>
            <ac:spMk id="4" creationId="{4B3EA6CF-FB77-2D06-9825-0771CED8776A}"/>
          </ac:spMkLst>
        </pc:spChg>
      </pc:sldChg>
      <pc:sldChg chg="modSp mod">
        <pc:chgData name="Daizy Meher" userId="b7500eecc3c9ff7e" providerId="LiveId" clId="{9D443ECD-1EC7-4E79-AAE2-12D41D132E8B}" dt="2025-11-23T17:38:02.120" v="297" actId="20577"/>
        <pc:sldMkLst>
          <pc:docMk/>
          <pc:sldMk cId="4155274518" sldId="259"/>
        </pc:sldMkLst>
        <pc:spChg chg="mod">
          <ac:chgData name="Daizy Meher" userId="b7500eecc3c9ff7e" providerId="LiveId" clId="{9D443ECD-1EC7-4E79-AAE2-12D41D132E8B}" dt="2025-11-23T17:38:02.120" v="297" actId="20577"/>
          <ac:spMkLst>
            <pc:docMk/>
            <pc:sldMk cId="4155274518" sldId="259"/>
            <ac:spMk id="11" creationId="{95B2E98D-17E8-3106-1806-5AE7D3530B3F}"/>
          </ac:spMkLst>
        </pc:spChg>
      </pc:sldChg>
      <pc:sldChg chg="modSp mod">
        <pc:chgData name="Daizy Meher" userId="b7500eecc3c9ff7e" providerId="LiveId" clId="{9D443ECD-1EC7-4E79-AAE2-12D41D132E8B}" dt="2025-11-23T17:40:20.427" v="333" actId="20577"/>
        <pc:sldMkLst>
          <pc:docMk/>
          <pc:sldMk cId="1315213299" sldId="260"/>
        </pc:sldMkLst>
        <pc:spChg chg="mod">
          <ac:chgData name="Daizy Meher" userId="b7500eecc3c9ff7e" providerId="LiveId" clId="{9D443ECD-1EC7-4E79-AAE2-12D41D132E8B}" dt="2025-11-23T17:40:20.427" v="333" actId="20577"/>
          <ac:spMkLst>
            <pc:docMk/>
            <pc:sldMk cId="1315213299" sldId="260"/>
            <ac:spMk id="2" creationId="{15C51050-0059-8836-99EF-BB30177655E8}"/>
          </ac:spMkLst>
        </pc:spChg>
      </pc:sldChg>
      <pc:sldChg chg="addSp delSp modSp add mod">
        <pc:chgData name="Daizy Meher" userId="b7500eecc3c9ff7e" providerId="LiveId" clId="{9D443ECD-1EC7-4E79-AAE2-12D41D132E8B}" dt="2025-11-24T10:31:09.996" v="340" actId="14100"/>
        <pc:sldMkLst>
          <pc:docMk/>
          <pc:sldMk cId="1833547371" sldId="261"/>
        </pc:sldMkLst>
        <pc:spChg chg="mod">
          <ac:chgData name="Daizy Meher" userId="b7500eecc3c9ff7e" providerId="LiveId" clId="{9D443ECD-1EC7-4E79-AAE2-12D41D132E8B}" dt="2025-11-16T17:22:38.910" v="11" actId="14100"/>
          <ac:spMkLst>
            <pc:docMk/>
            <pc:sldMk cId="1833547371" sldId="261"/>
            <ac:spMk id="4" creationId="{13717441-6E54-32DD-0CAF-6CDB8914675A}"/>
          </ac:spMkLst>
        </pc:spChg>
        <pc:picChg chg="add mod">
          <ac:chgData name="Daizy Meher" userId="b7500eecc3c9ff7e" providerId="LiveId" clId="{9D443ECD-1EC7-4E79-AAE2-12D41D132E8B}" dt="2025-11-24T10:31:09.996" v="340" actId="14100"/>
          <ac:picMkLst>
            <pc:docMk/>
            <pc:sldMk cId="1833547371" sldId="261"/>
            <ac:picMk id="3" creationId="{74A8CE4D-5D4F-0B47-92FD-E1F0EE945972}"/>
          </ac:picMkLst>
        </pc:picChg>
        <pc:picChg chg="add del mod">
          <ac:chgData name="Daizy Meher" userId="b7500eecc3c9ff7e" providerId="LiveId" clId="{9D443ECD-1EC7-4E79-AAE2-12D41D132E8B}" dt="2025-11-24T10:29:21.091" v="334" actId="478"/>
          <ac:picMkLst>
            <pc:docMk/>
            <pc:sldMk cId="1833547371" sldId="261"/>
            <ac:picMk id="5" creationId="{84F1B630-E091-FFCF-84A5-A16EB0CFA63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B1AB8-61FF-4862-88E9-CEF664E7CB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A68F-160B-4466-902E-7B60F5F15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923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B1AB8-61FF-4862-88E9-CEF664E7CB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A68F-160B-4466-902E-7B60F5F15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076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B1AB8-61FF-4862-88E9-CEF664E7CB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A68F-160B-4466-902E-7B60F5F15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476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B1AB8-61FF-4862-88E9-CEF664E7CB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A68F-160B-4466-902E-7B60F5F15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379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B1AB8-61FF-4862-88E9-CEF664E7CB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A68F-160B-4466-902E-7B60F5F15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917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B1AB8-61FF-4862-88E9-CEF664E7CB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A68F-160B-4466-902E-7B60F5F15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30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B1AB8-61FF-4862-88E9-CEF664E7CB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A68F-160B-4466-902E-7B60F5F15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95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B1AB8-61FF-4862-88E9-CEF664E7CB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A68F-160B-4466-902E-7B60F5F15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210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B1AB8-61FF-4862-88E9-CEF664E7CB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A68F-160B-4466-902E-7B60F5F15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5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B1AB8-61FF-4862-88E9-CEF664E7CB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A68F-160B-4466-902E-7B60F5F15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320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B1AB8-61FF-4862-88E9-CEF664E7CB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A68F-160B-4466-902E-7B60F5F15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614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B1AB8-61FF-4862-88E9-CEF664E7CB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1A68F-160B-4466-902E-7B60F5F15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9150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5FAA64-B856-1CB1-1A5D-97263150C30D}"/>
              </a:ext>
            </a:extLst>
          </p:cNvPr>
          <p:cNvSpPr/>
          <p:nvPr/>
        </p:nvSpPr>
        <p:spPr>
          <a:xfrm>
            <a:off x="217714" y="195943"/>
            <a:ext cx="11756572" cy="647699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pPr>
              <a:lnSpc>
                <a:spcPct val="200000"/>
              </a:lnSpc>
            </a:pPr>
            <a:r>
              <a:rPr lang="en-US" sz="3200" b="1" dirty="0"/>
              <a:t>1. </a:t>
            </a:r>
            <a:r>
              <a:rPr lang="en-US" sz="3200" b="1" u="sng" dirty="0"/>
              <a:t>Introduction of the Project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project focuses on analyzing the </a:t>
            </a:r>
            <a:r>
              <a:rPr lang="en-US" sz="2400" b="1" dirty="0"/>
              <a:t>sales performance</a:t>
            </a:r>
            <a:r>
              <a:rPr lang="en-US" sz="2400" dirty="0"/>
              <a:t> of the </a:t>
            </a:r>
            <a:r>
              <a:rPr lang="en-US" sz="2400" dirty="0" err="1"/>
              <a:t>Zudio</a:t>
            </a:r>
            <a:r>
              <a:rPr lang="en-US" sz="2400" dirty="0"/>
              <a:t> retail fashion brand.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main goal is to identify </a:t>
            </a:r>
            <a:r>
              <a:rPr lang="en-US" sz="2400" b="1" dirty="0"/>
              <a:t>total sales revenue, total quantity sold, total orders, average orders and average quantity</a:t>
            </a:r>
            <a:r>
              <a:rPr lang="en-US" sz="24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sales dataset is </a:t>
            </a:r>
            <a:r>
              <a:rPr lang="en-US" sz="2400" b="1" dirty="0"/>
              <a:t>cleaned and prepared</a:t>
            </a:r>
            <a:r>
              <a:rPr lang="en-US" sz="2400" dirty="0"/>
              <a:t> using Excel to ensure accuracy and consistency.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cleaned data is </a:t>
            </a:r>
            <a:r>
              <a:rPr lang="en-US" sz="2400" b="1" dirty="0"/>
              <a:t>imported into </a:t>
            </a:r>
            <a:r>
              <a:rPr lang="en-IN" sz="2400" b="1" dirty="0"/>
              <a:t>SQL Server Management Studio (</a:t>
            </a:r>
            <a:r>
              <a:rPr lang="en-US" sz="2400" b="1" dirty="0"/>
              <a:t>SSMS)</a:t>
            </a:r>
            <a:r>
              <a:rPr lang="en-US" sz="2400" dirty="0"/>
              <a:t> for performing SQL queries and detailed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insights are </a:t>
            </a:r>
            <a:r>
              <a:rPr lang="en-US" sz="2400" b="1" dirty="0"/>
              <a:t>visualized through Excel dashboards</a:t>
            </a:r>
            <a:r>
              <a:rPr lang="en-US" sz="2400" dirty="0"/>
              <a:t> using Pivot Tables and Charts for decision-making.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EA084C-7F61-6F8A-9FD1-BC55BB21D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42" y="521154"/>
            <a:ext cx="2201141" cy="4367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1A2CF4-2235-C7D8-5744-F16E5E44D214}"/>
              </a:ext>
            </a:extLst>
          </p:cNvPr>
          <p:cNvSpPr txBox="1"/>
          <p:nvPr/>
        </p:nvSpPr>
        <p:spPr>
          <a:xfrm>
            <a:off x="876989" y="1029874"/>
            <a:ext cx="100119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Project Title: </a:t>
            </a:r>
            <a:r>
              <a:rPr lang="en-US" sz="4800" b="1" u="sng" dirty="0" err="1">
                <a:solidFill>
                  <a:schemeClr val="bg1"/>
                </a:solidFill>
              </a:rPr>
              <a:t>Zudio</a:t>
            </a:r>
            <a:r>
              <a:rPr lang="en-US" sz="4800" b="1" u="sng" dirty="0">
                <a:solidFill>
                  <a:schemeClr val="bg1"/>
                </a:solidFill>
              </a:rPr>
              <a:t> Sales Data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9213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3530D-13B4-0D39-ACE9-794B9E95D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F4B634-F7DD-853E-7C86-6421BF54A804}"/>
              </a:ext>
            </a:extLst>
          </p:cNvPr>
          <p:cNvSpPr/>
          <p:nvPr/>
        </p:nvSpPr>
        <p:spPr>
          <a:xfrm>
            <a:off x="217714" y="195943"/>
            <a:ext cx="11756572" cy="647699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200" b="1" dirty="0"/>
          </a:p>
          <a:p>
            <a:pPr>
              <a:lnSpc>
                <a:spcPct val="200000"/>
              </a:lnSpc>
            </a:pPr>
            <a:r>
              <a:rPr lang="en-US" sz="3600" b="1" dirty="0"/>
              <a:t>2. </a:t>
            </a:r>
            <a:r>
              <a:rPr lang="en-US" sz="3600" b="1" u="sng" dirty="0"/>
              <a:t>Data Cleaning and Preparation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Removed </a:t>
            </a:r>
            <a:r>
              <a:rPr lang="en-US" sz="2800" b="1" dirty="0"/>
              <a:t>duplicate records, blank rows, and unnecessary columns</a:t>
            </a:r>
            <a:r>
              <a:rPr lang="en-US" sz="2800" dirty="0"/>
              <a:t> from the dataset.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/>
              <a:t>Standardized data formats</a:t>
            </a:r>
            <a:r>
              <a:rPr lang="en-US" sz="2800" dirty="0"/>
              <a:t> — such as dates (DD-MM-YYYY) and currency values (₹).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Corrected </a:t>
            </a:r>
            <a:r>
              <a:rPr lang="en-US" sz="2800" b="1" dirty="0"/>
              <a:t>spelling errors and inconsistencies</a:t>
            </a:r>
            <a:r>
              <a:rPr lang="en-US" sz="2800" dirty="0"/>
              <a:t> in product names and store locations.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Verified and converted </a:t>
            </a:r>
            <a:r>
              <a:rPr lang="en-US" sz="2800" b="1" dirty="0"/>
              <a:t>data types</a:t>
            </a:r>
            <a:r>
              <a:rPr lang="en-US" sz="2800" dirty="0"/>
              <a:t> (e.g., sales amount → numeric, date → date format).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Ensured </a:t>
            </a:r>
            <a:r>
              <a:rPr lang="en-US" sz="2800" b="1" dirty="0"/>
              <a:t>data accuracy and completeness</a:t>
            </a:r>
            <a:r>
              <a:rPr lang="en-US" sz="2800" dirty="0"/>
              <a:t> using Excel filters and conditional formatting.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970D46-00C1-FE9F-4121-D2CDC5BA7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42" y="521154"/>
            <a:ext cx="2201141" cy="43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29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B7F34-EF88-66FC-B72B-A84C8B39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3EA6CF-FB77-2D06-9825-0771CED8776A}"/>
              </a:ext>
            </a:extLst>
          </p:cNvPr>
          <p:cNvSpPr/>
          <p:nvPr/>
        </p:nvSpPr>
        <p:spPr>
          <a:xfrm>
            <a:off x="217714" y="195943"/>
            <a:ext cx="11756572" cy="647699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sz="3600" b="1" dirty="0"/>
              <a:t>3. </a:t>
            </a:r>
            <a:r>
              <a:rPr lang="en-US" sz="3600" b="1" u="sng" dirty="0"/>
              <a:t>Data Import into </a:t>
            </a:r>
            <a:r>
              <a:rPr lang="en-IN" sz="3600" b="1" u="sng" dirty="0"/>
              <a:t>SQL Server Management Studio</a:t>
            </a:r>
            <a:endParaRPr lang="en-US" sz="3600" b="1" u="sng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Created a new database named </a:t>
            </a:r>
            <a:r>
              <a:rPr lang="en-US" sz="2800" b="1" dirty="0" err="1"/>
              <a:t>zudio_sales_db</a:t>
            </a:r>
            <a:r>
              <a:rPr lang="en-US" sz="2800" b="1" dirty="0"/>
              <a:t> </a:t>
            </a:r>
            <a:r>
              <a:rPr lang="en-US" sz="2800" dirty="0"/>
              <a:t>in </a:t>
            </a:r>
            <a:r>
              <a:rPr lang="en-IN" sz="2800" b="1" dirty="0"/>
              <a:t>SQL Server Management Studio</a:t>
            </a:r>
            <a:r>
              <a:rPr lang="en-US" sz="2800" dirty="0"/>
              <a:t> to store the cleaned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/>
              <a:t>Imported the cleaned Excel file </a:t>
            </a:r>
            <a:r>
              <a:rPr lang="en-US" sz="2800" dirty="0"/>
              <a:t>into </a:t>
            </a:r>
            <a:r>
              <a:rPr lang="en-IN" sz="2800" b="1" dirty="0"/>
              <a:t>SQL Server Management Studio</a:t>
            </a:r>
            <a:r>
              <a:rPr lang="en-US" sz="2800" dirty="0"/>
              <a:t> using the </a:t>
            </a:r>
            <a:r>
              <a:rPr lang="en-US" sz="2800" b="1" dirty="0"/>
              <a:t>LOAD DATA INFILE </a:t>
            </a:r>
            <a:r>
              <a:rPr lang="en-US" sz="2800" dirty="0"/>
              <a:t>or import wizard.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Verified the data import by checking the </a:t>
            </a:r>
            <a:r>
              <a:rPr lang="en-US" sz="2800" b="1" dirty="0"/>
              <a:t>record count </a:t>
            </a:r>
            <a:r>
              <a:rPr lang="en-US" sz="2800" dirty="0"/>
              <a:t>and </a:t>
            </a:r>
            <a:r>
              <a:rPr lang="en-US" sz="2800" b="1" dirty="0"/>
              <a:t>data consistency</a:t>
            </a:r>
            <a:r>
              <a:rPr lang="en-US" sz="2800" dirty="0"/>
              <a:t> in the table.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Ensured that all fields — such as state, city, sales amount, and date — were </a:t>
            </a:r>
            <a:r>
              <a:rPr lang="en-US" sz="2800" b="1" dirty="0"/>
              <a:t>accurately loaded </a:t>
            </a:r>
            <a:r>
              <a:rPr lang="en-US" sz="2800" dirty="0"/>
              <a:t>into the database.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1475B8-610E-BCC3-6251-7B9592BA0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42" y="521154"/>
            <a:ext cx="2201141" cy="43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634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1CA31-D2E4-54DB-5303-0F0D95037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4D89C5-D48A-3207-BB03-B31A2F1C226A}"/>
              </a:ext>
            </a:extLst>
          </p:cNvPr>
          <p:cNvSpPr/>
          <p:nvPr/>
        </p:nvSpPr>
        <p:spPr>
          <a:xfrm>
            <a:off x="217714" y="195943"/>
            <a:ext cx="11756572" cy="647699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000" b="1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5165AE-FE61-3BF5-050A-91C725860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42" y="521154"/>
            <a:ext cx="2201141" cy="436789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95B2E98D-17E8-3106-1806-5AE7D3530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971" y="372606"/>
            <a:ext cx="11016343" cy="621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chemeClr val="dk1"/>
                </a:solidFill>
              </a:rPr>
              <a:t>4. </a:t>
            </a:r>
            <a:r>
              <a:rPr lang="en-US" sz="3600" b="1" u="sng" dirty="0">
                <a:solidFill>
                  <a:schemeClr val="dk1"/>
                </a:solidFill>
              </a:rPr>
              <a:t>SQL Queries, Data Export and Table Setup in Excel</a:t>
            </a:r>
            <a:endParaRPr lang="en-US" altLang="en-US" sz="2800" dirty="0">
              <a:solidFill>
                <a:schemeClr val="dk1"/>
              </a:solidFill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dk1"/>
                </a:solidFill>
              </a:rPr>
              <a:t>Performed </a:t>
            </a:r>
            <a:r>
              <a:rPr lang="en-US" altLang="en-US" sz="2800" b="1" dirty="0">
                <a:solidFill>
                  <a:schemeClr val="dk1"/>
                </a:solidFill>
              </a:rPr>
              <a:t>SQL queries </a:t>
            </a:r>
            <a:r>
              <a:rPr lang="en-US" altLang="en-US" sz="2800" dirty="0">
                <a:solidFill>
                  <a:schemeClr val="bg1"/>
                </a:solidFill>
              </a:rPr>
              <a:t>in </a:t>
            </a:r>
            <a:r>
              <a:rPr lang="en-IN" sz="2800" b="1" dirty="0">
                <a:solidFill>
                  <a:schemeClr val="bg1"/>
                </a:solidFill>
              </a:rPr>
              <a:t>SQL Server Management Studio</a:t>
            </a:r>
            <a:r>
              <a:rPr lang="en-US" altLang="en-US" sz="2800" dirty="0">
                <a:solidFill>
                  <a:schemeClr val="bg1"/>
                </a:solidFill>
              </a:rPr>
              <a:t> </a:t>
            </a:r>
            <a:r>
              <a:rPr lang="en-US" altLang="en-US" sz="2800" dirty="0">
                <a:solidFill>
                  <a:schemeClr val="dk1"/>
                </a:solidFill>
              </a:rPr>
              <a:t>to analyze sales performance using functions like SUM(), AVG(), and COUNT().</a:t>
            </a:r>
          </a:p>
          <a:p>
            <a:pPr marL="342900" marR="0" lvl="0" indent="-342900"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solidFill>
                  <a:schemeClr val="dk1"/>
                </a:solidFill>
              </a:rPr>
              <a:t>Extracted key insights such as </a:t>
            </a:r>
            <a:r>
              <a:rPr lang="en-US" altLang="en-US" sz="2800" b="1" dirty="0">
                <a:solidFill>
                  <a:schemeClr val="dk1"/>
                </a:solidFill>
              </a:rPr>
              <a:t>best-selling products, sales by state,  monthly sales trends, etc.</a:t>
            </a:r>
          </a:p>
          <a:p>
            <a:pPr marL="342900" marR="0" lvl="0" indent="-342900"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b="1" dirty="0">
                <a:solidFill>
                  <a:schemeClr val="dk1"/>
                </a:solidFill>
              </a:rPr>
              <a:t>Exported the SQL query results </a:t>
            </a:r>
            <a:r>
              <a:rPr lang="en-US" altLang="en-US" sz="2800" dirty="0">
                <a:solidFill>
                  <a:schemeClr val="dk1"/>
                </a:solidFill>
              </a:rPr>
              <a:t>from </a:t>
            </a:r>
            <a:r>
              <a:rPr lang="en-IN" sz="2800" b="1" dirty="0">
                <a:solidFill>
                  <a:schemeClr val="bg1"/>
                </a:solidFill>
              </a:rPr>
              <a:t>SQL Server Management Studio</a:t>
            </a:r>
            <a:r>
              <a:rPr lang="en-US" altLang="en-US" sz="2800" dirty="0">
                <a:solidFill>
                  <a:schemeClr val="dk1"/>
                </a:solidFill>
              </a:rPr>
              <a:t> into Excel for visualization and reporting.</a:t>
            </a:r>
          </a:p>
          <a:p>
            <a:pPr marL="342900" marR="0" lvl="0" indent="-342900"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solidFill>
                  <a:schemeClr val="dk1"/>
                </a:solidFill>
              </a:rPr>
              <a:t>Organized the exported data into </a:t>
            </a:r>
            <a:r>
              <a:rPr lang="en-US" altLang="en-US" sz="2800" b="1" dirty="0">
                <a:solidFill>
                  <a:schemeClr val="dk1"/>
                </a:solidFill>
              </a:rPr>
              <a:t>structured Excel tables </a:t>
            </a:r>
            <a:r>
              <a:rPr lang="en-US" altLang="en-US" sz="2800" dirty="0">
                <a:solidFill>
                  <a:schemeClr val="dk1"/>
                </a:solidFill>
              </a:rPr>
              <a:t>with proper headers and formatting.</a:t>
            </a:r>
          </a:p>
          <a:p>
            <a:pPr marL="342900" marR="0" lvl="0" indent="-342900"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solidFill>
                  <a:schemeClr val="dk1"/>
                </a:solidFill>
              </a:rPr>
              <a:t>Ensured </a:t>
            </a:r>
            <a:r>
              <a:rPr lang="en-US" altLang="en-US" sz="2800" b="1" dirty="0">
                <a:solidFill>
                  <a:schemeClr val="dk1"/>
                </a:solidFill>
              </a:rPr>
              <a:t>data accuracy and consistency </a:t>
            </a:r>
            <a:r>
              <a:rPr lang="en-US" altLang="en-US" sz="2800" dirty="0">
                <a:solidFill>
                  <a:schemeClr val="dk1"/>
                </a:solidFill>
              </a:rPr>
              <a:t>between </a:t>
            </a:r>
            <a:r>
              <a:rPr lang="en-IN" sz="2800" b="1" dirty="0">
                <a:solidFill>
                  <a:schemeClr val="bg1"/>
                </a:solidFill>
              </a:rPr>
              <a:t>SQL Server Management Studio</a:t>
            </a:r>
            <a:r>
              <a:rPr lang="en-US" altLang="en-US" sz="2800" dirty="0">
                <a:solidFill>
                  <a:schemeClr val="dk1"/>
                </a:solidFill>
              </a:rPr>
              <a:t> and Excel before creating pivot tables and dashboards.</a:t>
            </a:r>
          </a:p>
        </p:txBody>
      </p:sp>
    </p:spTree>
    <p:extLst>
      <p:ext uri="{BB962C8B-B14F-4D97-AF65-F5344CB8AC3E}">
        <p14:creationId xmlns:p14="http://schemas.microsoft.com/office/powerpoint/2010/main" val="4155274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37635-404C-F12D-6C77-AF5ECA54B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403EB7-C6E5-75E0-B4D3-AA6B59227023}"/>
              </a:ext>
            </a:extLst>
          </p:cNvPr>
          <p:cNvSpPr/>
          <p:nvPr/>
        </p:nvSpPr>
        <p:spPr>
          <a:xfrm>
            <a:off x="217714" y="195943"/>
            <a:ext cx="11756572" cy="6476999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 sz="3600" b="1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FF2F50-08FC-8462-B66A-2CBB204E3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42" y="521154"/>
            <a:ext cx="2201141" cy="4367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5C51050-0059-8836-99EF-BB3017765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314" y="788284"/>
            <a:ext cx="11223172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 sz="3600" b="1" dirty="0">
              <a:solidFill>
                <a:schemeClr val="dk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IN" sz="3600" b="1" dirty="0">
                <a:solidFill>
                  <a:schemeClr val="dk1"/>
                </a:solidFill>
              </a:rPr>
              <a:t>5. </a:t>
            </a:r>
            <a:r>
              <a:rPr lang="en-IN" sz="3600" b="1" u="sng" dirty="0">
                <a:solidFill>
                  <a:schemeClr val="dk1"/>
                </a:solidFill>
              </a:rPr>
              <a:t>Dashboard Creation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solidFill>
                  <a:schemeClr val="dk1"/>
                </a:solidFill>
              </a:rPr>
              <a:t>Designed an </a:t>
            </a:r>
            <a:r>
              <a:rPr lang="en-US" altLang="en-US" sz="2800" b="1" dirty="0">
                <a:solidFill>
                  <a:schemeClr val="dk1"/>
                </a:solidFill>
              </a:rPr>
              <a:t>interactive Excel dashboard </a:t>
            </a:r>
            <a:r>
              <a:rPr lang="en-US" altLang="en-US" sz="2800" dirty="0">
                <a:solidFill>
                  <a:schemeClr val="dk1"/>
                </a:solidFill>
              </a:rPr>
              <a:t>to visually present key sales insights.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dk1"/>
                </a:solidFill>
              </a:rPr>
              <a:t>Used </a:t>
            </a:r>
            <a:r>
              <a:rPr lang="en-US" altLang="en-US" sz="2800" b="1" dirty="0">
                <a:solidFill>
                  <a:schemeClr val="dk1"/>
                </a:solidFill>
              </a:rPr>
              <a:t>Pivot Tables and Pivot Charts </a:t>
            </a:r>
            <a:r>
              <a:rPr lang="en-US" altLang="en-US" sz="2800" dirty="0">
                <a:solidFill>
                  <a:schemeClr val="dk1"/>
                </a:solidFill>
              </a:rPr>
              <a:t>to summarize data by state, product, month, etc.</a:t>
            </a:r>
          </a:p>
          <a:p>
            <a:pPr marL="342900" marR="0" lvl="0" indent="-342900"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solidFill>
                  <a:schemeClr val="dk1"/>
                </a:solidFill>
              </a:rPr>
              <a:t>Added </a:t>
            </a:r>
            <a:r>
              <a:rPr lang="en-US" altLang="en-US" sz="2800" b="1" dirty="0">
                <a:solidFill>
                  <a:schemeClr val="dk1"/>
                </a:solidFill>
              </a:rPr>
              <a:t>slicers </a:t>
            </a:r>
            <a:r>
              <a:rPr lang="en-US" altLang="en-US" sz="2800" dirty="0">
                <a:solidFill>
                  <a:schemeClr val="dk1"/>
                </a:solidFill>
              </a:rPr>
              <a:t>for users to view sales performance by different criteria.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dk1"/>
                </a:solidFill>
              </a:rPr>
              <a:t>Included key metrics </a:t>
            </a:r>
            <a:r>
              <a:rPr lang="en-US" altLang="en-US" sz="2800" dirty="0">
                <a:solidFill>
                  <a:schemeClr val="bg1"/>
                </a:solidFill>
              </a:rPr>
              <a:t>like </a:t>
            </a:r>
            <a:r>
              <a:rPr lang="en-US" sz="2800" b="1" dirty="0">
                <a:solidFill>
                  <a:schemeClr val="bg1"/>
                </a:solidFill>
              </a:rPr>
              <a:t>total sales revenue, total quantity sold, total orders, average orders and average quantity </a:t>
            </a:r>
            <a:r>
              <a:rPr lang="en-US" altLang="en-US" sz="2800" dirty="0">
                <a:solidFill>
                  <a:schemeClr val="dk1"/>
                </a:solidFill>
              </a:rPr>
              <a:t>as visual KPIs.</a:t>
            </a:r>
          </a:p>
          <a:p>
            <a:pPr marL="342900" marR="0" lvl="0" indent="-342900"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solidFill>
                  <a:schemeClr val="dk1"/>
                </a:solidFill>
              </a:rPr>
              <a:t>Applied </a:t>
            </a:r>
            <a:r>
              <a:rPr lang="en-US" altLang="en-US" sz="2800" b="1" dirty="0">
                <a:solidFill>
                  <a:schemeClr val="dk1"/>
                </a:solidFill>
              </a:rPr>
              <a:t>professional formatting and color themes </a:t>
            </a:r>
            <a:r>
              <a:rPr lang="en-US" altLang="en-US" sz="2800" dirty="0">
                <a:solidFill>
                  <a:schemeClr val="dk1"/>
                </a:solidFill>
              </a:rPr>
              <a:t>for a clear, attractive, and easy-to-read dashboard..</a:t>
            </a:r>
          </a:p>
        </p:txBody>
      </p:sp>
    </p:spTree>
    <p:extLst>
      <p:ext uri="{BB962C8B-B14F-4D97-AF65-F5344CB8AC3E}">
        <p14:creationId xmlns:p14="http://schemas.microsoft.com/office/powerpoint/2010/main" val="1315213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20854-A5F7-ADAA-E3D2-83F80811C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717441-6E54-32DD-0CAF-6CDB8914675A}"/>
              </a:ext>
            </a:extLst>
          </p:cNvPr>
          <p:cNvSpPr/>
          <p:nvPr/>
        </p:nvSpPr>
        <p:spPr>
          <a:xfrm>
            <a:off x="217714" y="195943"/>
            <a:ext cx="11756572" cy="6476999"/>
          </a:xfrm>
          <a:prstGeom prst="roundRect">
            <a:avLst>
              <a:gd name="adj" fmla="val 364"/>
            </a:avLst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 sz="3600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A8CE4D-5D4F-0B47-92FD-E1F0EE945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" y="195943"/>
            <a:ext cx="11756572" cy="646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547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2407</TotalTime>
  <Words>459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Daizy Meher</dc:creator>
  <cp:lastModifiedBy>Daizy Meher</cp:lastModifiedBy>
  <cp:revision>8</cp:revision>
  <dcterms:created xsi:type="dcterms:W3CDTF">2025-11-08T16:58:32Z</dcterms:created>
  <dcterms:modified xsi:type="dcterms:W3CDTF">2025-11-24T10:31:11Z</dcterms:modified>
</cp:coreProperties>
</file>